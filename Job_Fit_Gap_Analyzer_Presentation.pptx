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f65babbc8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f65babbc8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f65babbc8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f65babbc8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f65babbc8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f65babbc8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f65babbc8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f65babbc8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Job-Fit Gap Analyzer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52555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Client-side skill-gap analysis and career pathfinding for workers navigating automation and a changing labour market</a:t>
            </a:r>
            <a:endParaRPr/>
          </a:p>
        </p:txBody>
      </p:sp>
      <p:pic>
        <p:nvPicPr>
          <p:cNvPr id="56" name="Google Shape;56;p13" title="LOCKUP_HORIZONTAL_25D_LIGH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800" y="3713700"/>
            <a:ext cx="4566124" cy="108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se4ai.orgBlack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90100" y="3294950"/>
            <a:ext cx="1228800" cy="1600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Identification of Problem and Stakeholders</a:t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b="1"/>
              <a:t xml:space="preserve">The problem: </a:t>
            </a:r>
            <a:r>
              <a:rPr lang="en"/>
              <a:t>Automation and shifting economic conditions displace workers, and even highly credentialed new graduates struggle to find a practical, evidence-based path into their next role.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b="1"/>
              <a:t xml:space="preserve">The gap: </a:t>
            </a:r>
            <a:r>
              <a:rPr lang="en"/>
              <a:t>Existing job boards show what is open, not which skills bridge a worker to it, whether a target role is realistically reachable, or which skill to learn first.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b="1"/>
              <a:t xml:space="preserve">Stakeholders: </a:t>
            </a:r>
            <a:r>
              <a:rPr lang="en"/>
              <a:t>Automation-displaced workers, recent graduates entering a competitive labour market, career changers, and the workforce-development programs and counselors who advise them.</a:t>
            </a:r>
            <a:endParaRPr/>
          </a:p>
        </p:txBody>
      </p:sp>
      <p:pic>
        <p:nvPicPr>
          <p:cNvPr id="64" name="Google Shape;64;p14" title="CUBE_2D_LIGH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96201" y="193550"/>
            <a:ext cx="1243324" cy="141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Ethical Considerations</a:t>
            </a:r>
            <a:endParaRPr/>
          </a:p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b="1"/>
              <a:t xml:space="preserve">Privacy: </a:t>
            </a:r>
            <a:r>
              <a:rPr lang="en"/>
              <a:t>All parsing runs client-side in the browser. Resumes and CV text never leave the user's device — there is no server, account, or data collection.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Transparency: </a:t>
            </a:r>
            <a:r>
              <a:rPr lang="en"/>
              <a:t>Every score exposes its formula in the UI — fit % is a stated skill-overlap ratio, pathway friction is 1 minus cosine similarity, and skill priority is demand % plus salary lift. Nothing is a black box.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Bias: </a:t>
            </a:r>
            <a:r>
              <a:rPr lang="en"/>
              <a:t>Keyword-lexicon matching is disclosed as an approximation that misses synonyms, abbreviations, and non-standard phrasing — results are shown as directional signals, not verdicts.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Accountability: </a:t>
            </a:r>
            <a:r>
              <a:rPr lang="en"/>
              <a:t>Every result carries an explicit "not a hiring prediction" disclaimer, and thin-sample statistics (e.g. ~71 postings for Customer Success) are suppressed rather than shown misleadingly.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Data ownership: </a:t>
            </a:r>
            <a:r>
              <a:rPr lang="en"/>
              <a:t>Aggregated data is attributed to its original Hugging Face dataset authors; applicant-level data is disclosed as synthetic, not real individuals.</a:t>
            </a:r>
            <a:endParaRPr/>
          </a:p>
        </p:txBody>
      </p:sp>
      <p:pic>
        <p:nvPicPr>
          <p:cNvPr id="71" name="Google Shape;71;p15" title="CUBE_2D_LIGH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96201" y="193550"/>
            <a:ext cx="1243324" cy="141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77" name="Google Shape;77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b="1"/>
              <a:t xml:space="preserve">Pipeline: </a:t>
            </a:r>
            <a:r>
              <a:rPr lang="en"/>
              <a:t>fetch → aggregate → bake pulls and summarizes three Hugging Face job-posting datasets into a static payload; the app itself is pure client-side HTML/JS.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Mode A — Benchmark: </a:t>
            </a:r>
            <a:r>
              <a:rPr lang="en"/>
              <a:t>auto-detects skills, experience, and a suggested role from an uploaded CV; scores gaps against real posting requirements for a chosen target role.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Mode B — Specific job: </a:t>
            </a:r>
            <a:r>
              <a:rPr lang="en"/>
              <a:t>scores CV fit against one pasted posting, breaking down skills present, missing, and experience alignment.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Mode C — Career Pathfinder (the reasoning layer): </a:t>
            </a:r>
            <a:r>
              <a:rPr lang="en"/>
              <a:t>treats the six canonical roles as a graph, with edge "friction" = 1 minus cosine similarity of real skill-demand vectors. A shortest-path search can surface a stepping-stone role (e.g. Sales → Customer Success → Product Manager) when a two-hop route beats a direct jump; a companion Skill ROI ranking prioritizes missing skills by demand plus salary lift.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Honest framing: </a:t>
            </a:r>
            <a:r>
              <a:rPr lang="en"/>
              <a:t>a transparent, rule-based reasoning and planning layer — not an LLM agent — performing agent-like tasks (assessment, multi-hop planning, prioritization) through inspectable heuristics rather than opaque model calls.</a:t>
            </a:r>
            <a:endParaRPr/>
          </a:p>
        </p:txBody>
      </p:sp>
      <p:pic>
        <p:nvPicPr>
          <p:cNvPr id="78" name="Google Shape;78;p16" title="CUBE_2D_LIGH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96201" y="193550"/>
            <a:ext cx="1243324" cy="141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Free Slide - Scalability</a:t>
            </a:r>
            <a:endParaRPr/>
          </a:p>
        </p:txBody>
      </p:sp>
      <p:sp>
        <p:nvSpPr>
          <p:cNvPr id="84" name="Google Shape;84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b="1"/>
              <a:t xml:space="preserve">Zero marginal cost: </a:t>
            </a:r>
            <a:r>
              <a:rPr lang="en"/>
              <a:t>no backend — the entire app is static HTML/JS, deployable to any CDN or static host and scales to unlimited concurrent users at near-zero cost per user.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Decoupled data refresh: </a:t>
            </a:r>
            <a:r>
              <a:rPr lang="en"/>
              <a:t>the fetch → aggregate → bake pipeline runs independently on a schedule, so adding datasets, roles, or skills never requires touching the client app.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Extending coverage: </a:t>
            </a:r>
            <a:r>
              <a:rPr lang="en"/>
              <a:t>a new canonical role needs only a regex mapping and lexicon entry, not new matching logic — the same pipeline re-aggregates and re-bakes automatically.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Known limitation: </a:t>
            </a:r>
            <a:r>
              <a:rPr lang="en"/>
              <a:t>some roles currently have thin sample sizes (e.g. ~71 postings for Customer Success); deepening posting volume per role is the priority before adding more roles.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 b="1"/>
              <a:t xml:space="preserve">Path to production: </a:t>
            </a:r>
            <a:r>
              <a:rPr lang="en"/>
              <a:t>the same architecture generalizes beyond six roles and three datasets — a richer occupational taxonomy (e.g. O*NET) would let this scale to public-sector deployment without changing the core client.</a:t>
            </a:r>
            <a:endParaRPr/>
          </a:p>
        </p:txBody>
      </p:sp>
      <p:pic>
        <p:nvPicPr>
          <p:cNvPr id="85" name="Google Shape;85;p17" title="CUBE_2D_LIGH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96201" y="193550"/>
            <a:ext cx="1243324" cy="141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